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4624" autoAdjust="0"/>
  </p:normalViewPr>
  <p:slideViewPr>
    <p:cSldViewPr>
      <p:cViewPr varScale="1">
        <p:scale>
          <a:sx n="60" d="100"/>
          <a:sy n="60" d="100"/>
        </p:scale>
        <p:origin x="864" y="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531"/>
            <a:ext cx="18288000" cy="10280469"/>
          </a:xfrm>
          <a:custGeom>
            <a:avLst/>
            <a:gdLst/>
            <a:ahLst/>
            <a:cxnLst/>
            <a:rect l="l" t="t" r="r" b="b"/>
            <a:pathLst>
              <a:path w="18288000" h="10280469">
                <a:moveTo>
                  <a:pt x="0" y="0"/>
                </a:moveTo>
                <a:lnTo>
                  <a:pt x="18288000" y="0"/>
                </a:lnTo>
                <a:lnTo>
                  <a:pt x="18288000" y="10280468"/>
                </a:lnTo>
                <a:lnTo>
                  <a:pt x="0" y="1028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7616"/>
            <a:ext cx="18288000" cy="10251768"/>
          </a:xfrm>
          <a:custGeom>
            <a:avLst/>
            <a:gdLst/>
            <a:ahLst/>
            <a:cxnLst/>
            <a:rect l="l" t="t" r="r" b="b"/>
            <a:pathLst>
              <a:path w="18288000" h="10251768">
                <a:moveTo>
                  <a:pt x="0" y="0"/>
                </a:moveTo>
                <a:lnTo>
                  <a:pt x="18288000" y="0"/>
                </a:lnTo>
                <a:lnTo>
                  <a:pt x="18288000" y="10251768"/>
                </a:lnTo>
                <a:lnTo>
                  <a:pt x="0" y="10251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97" y="0"/>
            <a:ext cx="18274203" cy="10294773"/>
          </a:xfrm>
          <a:custGeom>
            <a:avLst/>
            <a:gdLst/>
            <a:ahLst/>
            <a:cxnLst/>
            <a:rect l="l" t="t" r="r" b="b"/>
            <a:pathLst>
              <a:path w="18274203" h="10294773">
                <a:moveTo>
                  <a:pt x="0" y="0"/>
                </a:moveTo>
                <a:lnTo>
                  <a:pt x="18274203" y="0"/>
                </a:lnTo>
                <a:lnTo>
                  <a:pt x="18274203" y="10294773"/>
                </a:lnTo>
                <a:lnTo>
                  <a:pt x="0" y="1029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318"/>
            <a:ext cx="18297464" cy="10281682"/>
          </a:xfrm>
          <a:custGeom>
            <a:avLst/>
            <a:gdLst/>
            <a:ahLst/>
            <a:cxnLst/>
            <a:rect l="l" t="t" r="r" b="b"/>
            <a:pathLst>
              <a:path w="18297464" h="10281682">
                <a:moveTo>
                  <a:pt x="0" y="0"/>
                </a:moveTo>
                <a:lnTo>
                  <a:pt x="18297464" y="0"/>
                </a:lnTo>
                <a:lnTo>
                  <a:pt x="18297464" y="10281682"/>
                </a:lnTo>
                <a:lnTo>
                  <a:pt x="0" y="10281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994"/>
            <a:ext cx="18288000" cy="10269013"/>
          </a:xfrm>
          <a:custGeom>
            <a:avLst/>
            <a:gdLst/>
            <a:ahLst/>
            <a:cxnLst/>
            <a:rect l="l" t="t" r="r" b="b"/>
            <a:pathLst>
              <a:path w="18288000" h="10269013">
                <a:moveTo>
                  <a:pt x="0" y="0"/>
                </a:moveTo>
                <a:lnTo>
                  <a:pt x="18288000" y="0"/>
                </a:lnTo>
                <a:lnTo>
                  <a:pt x="18288000" y="10269012"/>
                </a:lnTo>
                <a:lnTo>
                  <a:pt x="0" y="10269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598"/>
            <a:ext cx="18306881" cy="10276402"/>
          </a:xfrm>
          <a:custGeom>
            <a:avLst/>
            <a:gdLst/>
            <a:ahLst/>
            <a:cxnLst/>
            <a:rect l="l" t="t" r="r" b="b"/>
            <a:pathLst>
              <a:path w="18306881" h="10276402">
                <a:moveTo>
                  <a:pt x="0" y="0"/>
                </a:moveTo>
                <a:lnTo>
                  <a:pt x="18306881" y="0"/>
                </a:lnTo>
                <a:lnTo>
                  <a:pt x="18306881" y="10276402"/>
                </a:lnTo>
                <a:lnTo>
                  <a:pt x="0" y="10276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2328"/>
            <a:ext cx="18345836" cy="10254672"/>
          </a:xfrm>
          <a:custGeom>
            <a:avLst/>
            <a:gdLst/>
            <a:ahLst/>
            <a:cxnLst/>
            <a:rect l="l" t="t" r="r" b="b"/>
            <a:pathLst>
              <a:path w="18345836" h="10254672">
                <a:moveTo>
                  <a:pt x="0" y="0"/>
                </a:moveTo>
                <a:lnTo>
                  <a:pt x="18345836" y="0"/>
                </a:lnTo>
                <a:lnTo>
                  <a:pt x="18345836" y="10254672"/>
                </a:lnTo>
                <a:lnTo>
                  <a:pt x="0" y="1025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955"/>
            <a:ext cx="18332580" cy="10262045"/>
          </a:xfrm>
          <a:custGeom>
            <a:avLst/>
            <a:gdLst/>
            <a:ahLst/>
            <a:cxnLst/>
            <a:rect l="l" t="t" r="r" b="b"/>
            <a:pathLst>
              <a:path w="18332580" h="10262045">
                <a:moveTo>
                  <a:pt x="0" y="0"/>
                </a:moveTo>
                <a:lnTo>
                  <a:pt x="18332580" y="0"/>
                </a:lnTo>
                <a:lnTo>
                  <a:pt x="18332580" y="10262045"/>
                </a:lnTo>
                <a:lnTo>
                  <a:pt x="0" y="1026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Macintosh PowerPoint</Application>
  <PresentationFormat>Personalizado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de calidad </dc:title>
  <cp:lastModifiedBy>Jhon Andres Ramirez Portillo</cp:lastModifiedBy>
  <cp:revision>2</cp:revision>
  <cp:lastPrinted>2026-09-02T19:09:38Z</cp:lastPrinted>
  <dcterms:created xsi:type="dcterms:W3CDTF">2006-08-16T00:00:00Z</dcterms:created>
  <dcterms:modified xsi:type="dcterms:W3CDTF">2026-09-02T20:12:20Z</dcterms:modified>
  <dc:identifier>DAHT_kD37Q8</dc:identifier>
</cp:coreProperties>
</file>